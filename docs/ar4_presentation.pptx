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medical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sorting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AR4 robot arm with computer vision and servo gripper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Syringes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Tweezers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system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D405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Wrist-mounted depth camera provides RGB + depth data at 30fps. Short-range design (7-50cm) is ideal for close tray scanning.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 identifies scissors, syringes, and tweezers with bounding boxes and confidence scores.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aspect ratio determines object orientation: wider than tall triggers a J6 rotation so the gripper can grab objects from any angle.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20640" y="1188720"/>
            <a:ext cx="3474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0" y="1261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D405 depth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20640" y="2011680"/>
            <a:ext cx="3474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120640" y="2834640"/>
            <a:ext cx="3474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instruments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120640" y="3657600"/>
            <a:ext cx="3474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3950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Auto-rotate J6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and control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calibration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 based joint limit discovery replaces standard limit switches. J2/J3 single-direction calibration from seated position. Safe limits saved per session.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joints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Camera-to-joint mapping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6160" y="1920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calibration points map D405 camera coordinates to AR4 joint angles using linear regression. Overshoot correction compensates for systematic bias.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6616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26+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5661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18872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system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0" y="1920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joint limit checking from calibration file. Per-class gripper force. Safe waypoint routing through over_tray between every pick and place.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0.77°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J1 error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280160"/>
            <a:ext cx="1371600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D405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91640" y="1280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0" y="1280160"/>
            <a:ext cx="1371600" cy="8229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8" name="Text 5"/>
          <p:cNvSpPr/>
          <p:nvPr/>
        </p:nvSpPr>
        <p:spPr>
          <a:xfrm>
            <a:off x="201168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0" y="1280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749040" y="1280160"/>
            <a:ext cx="13716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66360" y="1280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0" y="1280160"/>
            <a:ext cx="1371600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AR4 arm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03720" y="1280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223760" y="1280160"/>
            <a:ext cx="1371600" cy="8229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560320" y="2743200"/>
            <a:ext cx="1645920" cy="5486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0" name="Text 17"/>
          <p:cNvSpPr/>
          <p:nvPr/>
        </p:nvSpPr>
        <p:spPr>
          <a:xfrm>
            <a:off x="256032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 bin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2743200"/>
            <a:ext cx="1645920" cy="5486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Syringes bin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83680" y="2743200"/>
            <a:ext cx="1645920" cy="5486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Tweezers bin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loop: scan tray → detect objects → pick highest confidence → sort to bin → rescan until empty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7432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detection via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aspect ratio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5800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grip force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(scissors: 135, tweezers: 140)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and 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pick-and-place from predetermined positions with gripper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 of 3 medical instrument classes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Camera-to-joint calibration with linear regression (26+ points)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orientation detection and J6 rotation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gripper force and continuous scan-pick-sort loop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safety system with live joint limit checking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93776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for improved edge accuracy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same-class support via spatial clustering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camera mounting solution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switch repair for automated homing (J4/J5)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instrument classes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26+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points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743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classes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6-DOF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377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control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1°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1323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accuracy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AR4 Medical Equipment Sorting System</dc:title>
  <dc:subject>PptxGenJS Presentation</dc:subject>
  <dc:creator>AR4 Medical Sorting Team</dc:creator>
  <cp:lastModifiedBy>AR4 Medical Sorting Team</cp:lastModifiedBy>
  <cp:revision>1</cp:revision>
  <dcterms:created xsi:type="dcterms:W3CDTF">2026-04-18T14:27:56Z</dcterms:created>
  <dcterms:modified xsi:type="dcterms:W3CDTF">2026-04-18T14:27:56Z</dcterms:modified>
</cp:coreProperties>
</file>